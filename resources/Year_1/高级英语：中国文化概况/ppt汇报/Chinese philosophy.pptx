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60" r:id="rId4"/>
    <p:sldId id="257" r:id="rId5"/>
    <p:sldId id="259" r:id="rId6"/>
    <p:sldId id="258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幸全" initials="幸全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4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gs" Target="tags/tag204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tags" Target="../tags/tag147.xml"/><Relationship Id="rId4" Type="http://schemas.openxmlformats.org/officeDocument/2006/relationships/tags" Target="../tags/tag146.xml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0" Type="http://schemas.openxmlformats.org/officeDocument/2006/relationships/tags" Target="../tags/tag152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60.xml"/><Relationship Id="rId8" Type="http://schemas.openxmlformats.org/officeDocument/2006/relationships/tags" Target="../tags/tag159.xml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0" Type="http://schemas.openxmlformats.org/officeDocument/2006/relationships/tags" Target="../tags/tag161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69.xml"/><Relationship Id="rId8" Type="http://schemas.openxmlformats.org/officeDocument/2006/relationships/tags" Target="../tags/tag168.xml"/><Relationship Id="rId7" Type="http://schemas.openxmlformats.org/officeDocument/2006/relationships/tags" Target="../tags/tag167.xml"/><Relationship Id="rId6" Type="http://schemas.openxmlformats.org/officeDocument/2006/relationships/tags" Target="../tags/tag166.xml"/><Relationship Id="rId5" Type="http://schemas.openxmlformats.org/officeDocument/2006/relationships/tags" Target="../tags/tag165.xml"/><Relationship Id="rId4" Type="http://schemas.openxmlformats.org/officeDocument/2006/relationships/tags" Target="../tags/tag164.xml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77.xml"/><Relationship Id="rId8" Type="http://schemas.openxmlformats.org/officeDocument/2006/relationships/tags" Target="../tags/tag176.xml"/><Relationship Id="rId7" Type="http://schemas.openxmlformats.org/officeDocument/2006/relationships/tags" Target="../tags/tag175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0" Type="http://schemas.openxmlformats.org/officeDocument/2006/relationships/tags" Target="../tags/tag178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7" Type="http://schemas.openxmlformats.org/officeDocument/2006/relationships/tags" Target="../tags/tag184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274320" y="321260"/>
            <a:ext cx="11683455" cy="39305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8" name="任意形状 8"/>
          <p:cNvSpPr/>
          <p:nvPr userDrawn="1">
            <p:custDataLst>
              <p:tags r:id="rId3"/>
            </p:custDataLst>
          </p:nvPr>
        </p:nvSpPr>
        <p:spPr>
          <a:xfrm>
            <a:off x="9490237" y="321259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99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9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261015" y="2411670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9471025" y="6254750"/>
            <a:ext cx="1800225" cy="76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>
            <p:custDataLst>
              <p:tags r:id="rId6"/>
            </p:custDataLst>
          </p:nvPr>
        </p:nvSpPr>
        <p:spPr>
          <a:xfrm flipV="1">
            <a:off x="750570" y="6305550"/>
            <a:ext cx="715645" cy="76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>
            <p:custDataLst>
              <p:tags r:id="rId7"/>
            </p:custDataLst>
          </p:nvPr>
        </p:nvSpPr>
        <p:spPr>
          <a:xfrm>
            <a:off x="1555115" y="6306820"/>
            <a:ext cx="88900" cy="76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>
            <p:custDataLst>
              <p:tags r:id="rId8"/>
            </p:custDataLst>
          </p:nvPr>
        </p:nvSpPr>
        <p:spPr>
          <a:xfrm>
            <a:off x="1731010" y="6306820"/>
            <a:ext cx="253365" cy="76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2"/>
            </p:custDataLst>
          </p:nvPr>
        </p:nvSpPr>
        <p:spPr>
          <a:xfrm>
            <a:off x="883644" y="809127"/>
            <a:ext cx="9144000" cy="1896745"/>
          </a:xfrm>
        </p:spPr>
        <p:txBody>
          <a:bodyPr lIns="91440" tIns="45720" rIns="91440" bIns="0" anchor="b" anchorCtr="0">
            <a:normAutofit/>
          </a:bodyPr>
          <a:lstStyle>
            <a:lvl1pPr algn="l">
              <a:defRPr sz="6600" b="1" spc="600" baseline="0">
                <a:latin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3"/>
            </p:custDataLst>
          </p:nvPr>
        </p:nvSpPr>
        <p:spPr>
          <a:xfrm>
            <a:off x="883643" y="3017520"/>
            <a:ext cx="9144000" cy="890270"/>
          </a:xfrm>
        </p:spPr>
        <p:txBody>
          <a:bodyPr lIns="91440" tIns="0" rIns="91440" bIns="4572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4"/>
            </p:custDataLst>
          </p:nvPr>
        </p:nvSpPr>
        <p:spPr>
          <a:xfrm>
            <a:off x="883644" y="5050433"/>
            <a:ext cx="3365430" cy="579657"/>
          </a:xfrm>
        </p:spPr>
        <p:txBody>
          <a:bodyPr lIns="91440" tIns="45720" rIns="91440" bIns="45720">
            <a:normAutofit/>
          </a:bodyPr>
          <a:lstStyle>
            <a:lvl1pPr marL="0" indent="0">
              <a:buNone/>
              <a:defRPr sz="240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6474460"/>
            <a:ext cx="12249150" cy="3835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676775" y="2059757"/>
            <a:ext cx="6243774" cy="922021"/>
          </a:xfrm>
        </p:spPr>
        <p:txBody>
          <a:bodyPr lIns="91440" tIns="45720" rIns="91440" bIns="0" anchor="b" anchorCtr="0">
            <a:normAutofit/>
          </a:bodyPr>
          <a:lstStyle>
            <a:lvl1pPr>
              <a:defRPr sz="540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4676775" y="3102596"/>
            <a:ext cx="6243774" cy="1401006"/>
          </a:xfrm>
        </p:spPr>
        <p:txBody>
          <a:bodyPr lIns="91440" tIns="0" rIns="91440" bIns="45720">
            <a:normAutofit/>
          </a:bodyPr>
          <a:lstStyle>
            <a:lvl1pPr marL="0" indent="0" eaLnBrk="1" fontAlgn="auto" latinLnBrk="0" hangingPunct="1"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7628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45227" y="952508"/>
            <a:ext cx="5283242" cy="5388907"/>
          </a:xfrm>
        </p:spPr>
        <p:txBody>
          <a:bodyPr>
            <a:noAutofit/>
          </a:bodyPr>
          <a:lstStyle>
            <a:lvl1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266065" y="313690"/>
            <a:ext cx="11683365" cy="5634990"/>
          </a:xfrm>
          <a:prstGeom prst="rect">
            <a:avLst/>
          </a:prstGeom>
          <a:solidFill>
            <a:schemeClr val="tx2"/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9" name="矩形 8"/>
          <p:cNvSpPr/>
          <p:nvPr userDrawn="1">
            <p:custDataLst>
              <p:tags r:id="rId3"/>
            </p:custDataLst>
          </p:nvPr>
        </p:nvSpPr>
        <p:spPr>
          <a:xfrm>
            <a:off x="1422400" y="4064000"/>
            <a:ext cx="5283200" cy="12700"/>
          </a:xfrm>
          <a:prstGeom prst="rect">
            <a:avLst/>
          </a:prstGeom>
          <a:solidFill>
            <a:schemeClr val="accent1">
              <a:lumMod val="5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形状 8"/>
          <p:cNvSpPr/>
          <p:nvPr userDrawn="1">
            <p:custDataLst>
              <p:tags r:id="rId4"/>
            </p:custDataLst>
          </p:nvPr>
        </p:nvSpPr>
        <p:spPr>
          <a:xfrm>
            <a:off x="9480712" y="313004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8" name="任意形状 9"/>
          <p:cNvSpPr/>
          <p:nvPr userDrawn="1">
            <p:custDataLst>
              <p:tags r:id="rId5"/>
            </p:custDataLst>
          </p:nvPr>
        </p:nvSpPr>
        <p:spPr>
          <a:xfrm rot="10800000">
            <a:off x="261015" y="4113028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99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1320799" y="2376714"/>
            <a:ext cx="6653601" cy="1607337"/>
          </a:xfrm>
        </p:spPr>
        <p:txBody>
          <a:bodyPr vert="horz" lIns="91440" tIns="45720" rIns="9144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96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2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3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>
              <a:defRPr sz="32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3"/>
            </p:custDataLst>
          </p:nvPr>
        </p:nvSpPr>
        <p:spPr>
          <a:xfrm rot="16200000">
            <a:off x="-21591" y="25773"/>
            <a:ext cx="1741805" cy="169862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10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0" y="5913755"/>
            <a:ext cx="976630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6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382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任意形状 9"/>
          <p:cNvSpPr/>
          <p:nvPr userDrawn="1">
            <p:custDataLst>
              <p:tags r:id="rId3"/>
            </p:custDataLst>
          </p:nvPr>
        </p:nvSpPr>
        <p:spPr>
          <a:xfrm rot="16200000">
            <a:off x="-18383" y="15240"/>
            <a:ext cx="1243965" cy="121348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4"/>
            </p:custDataLst>
          </p:nvPr>
        </p:nvSpPr>
        <p:spPr>
          <a:xfrm>
            <a:off x="10344785" y="0"/>
            <a:ext cx="1847215" cy="180149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>
            <a:normAutofit/>
          </a:bodyPr>
          <a:lstStyle>
            <a:lvl1pPr algn="ctr">
              <a:defRPr sz="36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3810" y="5029201"/>
            <a:ext cx="12192000" cy="1828799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0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3810" y="5905500"/>
            <a:ext cx="976630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defRPr sz="32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-3492"/>
            <a:ext cx="12192000" cy="914400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755" y="193040"/>
            <a:ext cx="11037570" cy="521335"/>
          </a:xfrm>
        </p:spPr>
        <p:txBody>
          <a:bodyPr>
            <a:noAutofit/>
          </a:bodyPr>
          <a:lstStyle>
            <a:lvl1pPr>
              <a:defRPr sz="28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6" Type="http://schemas.openxmlformats.org/officeDocument/2006/relationships/theme" Target="../theme/theme2.xml"/><Relationship Id="rId25" Type="http://schemas.openxmlformats.org/officeDocument/2006/relationships/tags" Target="../tags/tag190.xml"/><Relationship Id="rId24" Type="http://schemas.openxmlformats.org/officeDocument/2006/relationships/tags" Target="../tags/tag189.xml"/><Relationship Id="rId23" Type="http://schemas.openxmlformats.org/officeDocument/2006/relationships/tags" Target="../tags/tag188.xml"/><Relationship Id="rId22" Type="http://schemas.openxmlformats.org/officeDocument/2006/relationships/tags" Target="../tags/tag187.xml"/><Relationship Id="rId21" Type="http://schemas.openxmlformats.org/officeDocument/2006/relationships/tags" Target="../tags/tag186.xml"/><Relationship Id="rId20" Type="http://schemas.openxmlformats.org/officeDocument/2006/relationships/tags" Target="../tags/tag185.xml"/><Relationship Id="rId2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accent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98.xml"/><Relationship Id="rId8" Type="http://schemas.openxmlformats.org/officeDocument/2006/relationships/tags" Target="../tags/tag197.xml"/><Relationship Id="rId7" Type="http://schemas.openxmlformats.org/officeDocument/2006/relationships/image" Target="../media/image1.jpeg"/><Relationship Id="rId6" Type="http://schemas.openxmlformats.org/officeDocument/2006/relationships/tags" Target="../tags/tag196.xml"/><Relationship Id="rId5" Type="http://schemas.openxmlformats.org/officeDocument/2006/relationships/tags" Target="../tags/tag195.xml"/><Relationship Id="rId4" Type="http://schemas.openxmlformats.org/officeDocument/2006/relationships/tags" Target="../tags/tag194.xml"/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2" Type="http://schemas.openxmlformats.org/officeDocument/2006/relationships/slideLayout" Target="../slideLayouts/slideLayout18.xml"/><Relationship Id="rId11" Type="http://schemas.openxmlformats.org/officeDocument/2006/relationships/tags" Target="../tags/tag200.xml"/><Relationship Id="rId10" Type="http://schemas.openxmlformats.org/officeDocument/2006/relationships/tags" Target="../tags/tag199.xml"/><Relationship Id="rId1" Type="http://schemas.openxmlformats.org/officeDocument/2006/relationships/tags" Target="../tags/tag19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dk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任意形状 8"/>
          <p:cNvSpPr/>
          <p:nvPr userDrawn="1">
            <p:custDataLst>
              <p:tags r:id="rId2"/>
            </p:custDataLst>
          </p:nvPr>
        </p:nvSpPr>
        <p:spPr>
          <a:xfrm rot="16200000">
            <a:off x="-21591" y="25773"/>
            <a:ext cx="1741805" cy="169862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0" y="5913755"/>
            <a:ext cx="976630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等腰三角形 7"/>
          <p:cNvSpPr/>
          <p:nvPr>
            <p:custDataLst>
              <p:tags r:id="rId4"/>
            </p:custDataLst>
          </p:nvPr>
        </p:nvSpPr>
        <p:spPr>
          <a:xfrm flipV="1">
            <a:off x="5778500" y="0"/>
            <a:ext cx="635005" cy="38100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1" name="等腰三角形 10"/>
          <p:cNvSpPr/>
          <p:nvPr>
            <p:custDataLst>
              <p:tags r:id="rId5"/>
            </p:custDataLst>
          </p:nvPr>
        </p:nvSpPr>
        <p:spPr>
          <a:xfrm>
            <a:off x="5778500" y="6477000"/>
            <a:ext cx="635005" cy="38100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100" name="图片 99"/>
          <p:cNvPicPr/>
          <p:nvPr>
            <p:custDataLst>
              <p:tags r:id="rId6"/>
            </p:custDataLst>
          </p:nvPr>
        </p:nvPicPr>
        <p:blipFill>
          <a:blip r:embed="rId7"/>
          <a:srcRect b="39409"/>
          <a:stretch>
            <a:fillRect/>
          </a:stretch>
        </p:blipFill>
        <p:spPr>
          <a:xfrm>
            <a:off x="212090" y="272415"/>
            <a:ext cx="5332730" cy="61601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菱形 12"/>
          <p:cNvSpPr/>
          <p:nvPr>
            <p:custDataLst>
              <p:tags r:id="rId8"/>
            </p:custDataLst>
          </p:nvPr>
        </p:nvSpPr>
        <p:spPr>
          <a:xfrm>
            <a:off x="4397823" y="1654655"/>
            <a:ext cx="3396343" cy="339634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9"/>
            </p:custDataLst>
          </p:nvPr>
        </p:nvSpPr>
        <p:spPr>
          <a:xfrm>
            <a:off x="4724342" y="2286012"/>
            <a:ext cx="2743213" cy="1981073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2800" b="1" spc="120">
                <a:solidFill>
                  <a:schemeClr val="lt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Chinese pholosophy</a:t>
            </a:r>
            <a:endParaRPr lang="en-US" altLang="zh-CN" sz="2800" b="1" spc="120">
              <a:solidFill>
                <a:schemeClr val="lt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/>
          <p:nvPr>
            <p:custDataLst>
              <p:tags r:id="rId10"/>
            </p:custDataLst>
          </p:nvPr>
        </p:nvPicPr>
        <p:blipFill>
          <a:blip r:embed="rId7"/>
          <a:srcRect t="59880"/>
          <a:stretch>
            <a:fillRect/>
          </a:stretch>
        </p:blipFill>
        <p:spPr>
          <a:xfrm>
            <a:off x="7248525" y="626110"/>
            <a:ext cx="3949700" cy="545211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7"/>
  <p:tag name="KSO_WM_UNIT_LAYERLEVEL" val="1"/>
  <p:tag name="KSO_WM_TAG_VERSION" val="1.0"/>
  <p:tag name="KSO_WM_BEAUTIFY_FLAG" val="#wm#"/>
  <p:tag name="KSO_WM_UNIT_TYPE" val="y"/>
  <p:tag name="KSO_WM_UNIT_INDEX" val="7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UNIT_TYPE" val="y"/>
  <p:tag name="KSO_WM_UNIT_INDEX" val="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UNIT_TYPE" val="y"/>
  <p:tag name="KSO_WM_UNIT_INDEX" val="2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UNIT_TYPE" val="y"/>
  <p:tag name="KSO_WM_UNIT_INDEX" val="3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UNIT_TYPE" val="y"/>
  <p:tag name="KSO_WM_UNIT_INDEX" val="4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5"/>
  <p:tag name="KSO_WM_UNIT_LAYERLEVEL" val="1"/>
  <p:tag name="KSO_WM_TAG_VERSION" val="1.0"/>
  <p:tag name="KSO_WM_BEAUTIFY_FLAG" val="#wm#"/>
  <p:tag name="KSO_WM_UNIT_TYPE" val="y"/>
  <p:tag name="KSO_WM_UNIT_INDEX" val="5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6"/>
  <p:tag name="KSO_WM_UNIT_LAYERLEVEL" val="1"/>
  <p:tag name="KSO_WM_TAG_VERSION" val="1.0"/>
  <p:tag name="KSO_WM_BEAUTIFY_FLAG" val="#wm#"/>
  <p:tag name="KSO_WM_UNIT_TYPE" val="y"/>
  <p:tag name="KSO_WM_UNIT_INDEX" val="6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14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15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16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6915"/>
  <p:tag name="KSO_WM_TEMPLATE_MASTER_THUMB_INDEX" val="12"/>
  <p:tag name="KSO_WM_TEMPLATE_THUMBS_INDEX" val="1、4、7、8、10、11、12、13、15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19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UNIT_TYPE" val="i"/>
  <p:tag name="KSO_WM_UNIT_FILL_FORE_SCHEMECOLOR_INDEX_1_BRIGHTNESS" val="-0.1"/>
  <p:tag name="KSO_WM_UNIT_FILL_FORE_SCHEMECOLOR_INDEX_1" val="15"/>
  <p:tag name="KSO_WM_UNIT_FILL_FORE_SCHEMECOLOR_INDEX_1_POS" val="0"/>
  <p:tag name="KSO_WM_UNIT_FILL_FORE_SCHEMECOLOR_INDEX_1_TRANS" val="0.76"/>
  <p:tag name="KSO_WM_UNIT_FILL_FORE_SCHEMECOLOR_INDEX_2_BRIGHTNESS" val="0"/>
  <p:tag name="KSO_WM_UNIT_FILL_FORE_SCHEMECOLOR_INDEX_2" val="16"/>
  <p:tag name="KSO_WM_UNIT_FILL_FORE_SCHEMECOLOR_INDEX_2_POS" val="1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11077_1*i*2"/>
  <p:tag name="KSO_WM_TEMPLATE_CATEGORY" val="diagram"/>
  <p:tag name="KSO_WM_TEMPLATE_INDEX" val="20211077"/>
  <p:tag name="KSO_WM_UNIT_LAYERLEVEL" val="1"/>
  <p:tag name="KSO_WM_TAG_VERSION" val="1.0"/>
  <p:tag name="KSO_WM_BEAUTIFY_FLAG" val="#wm#"/>
  <p:tag name="KSO_WM_UNIT_BLOCK" val="0"/>
  <p:tag name="KSO_WM_UNIT_SM_LIMIT_TYPE" val="1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,&quot;whChangeMode&quot;:0}"/>
  <p:tag name="KSO_WM_UNIT_DEC_AREA_ID" val="c29328e584124cc2a0dd0250f1a4fe0a"/>
  <p:tag name="KSO_WM_CHIP_GROUPID" val="5ed7466bafe44fab1839bd3a"/>
  <p:tag name="KSO_WM_CHIP_XID" val="5ed203c57ab0972fba70b229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2"/>
  <p:tag name="KSO_WM_TEMPLATE_ASSEMBLE_XID" val="60656ea64054ed1e2fb7fd14"/>
  <p:tag name="KSO_WM_TEMPLATE_ASSEMBLE_GROUPID" val="60656ea64054ed1e2fb7fd14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11077_1*i*3"/>
  <p:tag name="KSO_WM_TEMPLATE_CATEGORY" val="diagram"/>
  <p:tag name="KSO_WM_TEMPLATE_INDEX" val="20211077"/>
  <p:tag name="KSO_WM_UNIT_LAYERLEVEL" val="1"/>
  <p:tag name="KSO_WM_TAG_VERSION" val="1.0"/>
  <p:tag name="KSO_WM_BEAUTIFY_FLAG" val="#wm#"/>
  <p:tag name="KSO_WM_UNIT_BLOCK" val="0"/>
  <p:tag name="KSO_WM_UNIT_SM_LIMIT_TYPE" val="1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,&quot;whChangeMode&quot;:0}"/>
  <p:tag name="KSO_WM_UNIT_DEC_AREA_ID" val="c0200d132c754560be5c5585b8d4588d"/>
  <p:tag name="KSO_WM_CHIP_GROUPID" val="5ed7466bafe44fab1839bd3a"/>
  <p:tag name="KSO_WM_CHIP_XID" val="5ed203c57ab0972fba70b229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2"/>
  <p:tag name="KSO_WM_TEMPLATE_ASSEMBLE_XID" val="60656ea64054ed1e2fb7fd14"/>
  <p:tag name="KSO_WM_TEMPLATE_ASSEMBLE_GROUPID" val="60656ea64054ed1e2fb7fd14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11077_1*i*4"/>
  <p:tag name="KSO_WM_TEMPLATE_CATEGORY" val="diagram"/>
  <p:tag name="KSO_WM_TEMPLATE_INDEX" val="20211077"/>
  <p:tag name="KSO_WM_UNIT_LAYERLEVEL" val="1"/>
  <p:tag name="KSO_WM_TAG_VERSION" val="1.0"/>
  <p:tag name="KSO_WM_BEAUTIFY_FLAG" val="#wm#"/>
  <p:tag name="KSO_WM_UNIT_BLOCK" val="0"/>
  <p:tag name="KSO_WM_UNIT_SM_LIMIT_TYPE" val="1"/>
  <p:tag name="KSO_WM_UNIT_DECORATE_INFO" val="{&quot;ReferentInfo&quot;:{&quot;Id&quot;:&quot;slide&quot;,&quot;X&quot;:{&quot;Pos&quot;:1},&quot;Y&quot;:{&quot;Pos&quot;:1}},&quot;DecorateInfoX&quot;:{&quot;Pos&quot;:1,&quot;IsAbs&quot;:false},&quot;DecorateInfoY&quot;:{&quot;Pos&quot;:1,&quot;IsAbs&quot;:false},&quot;DecorateInfoW&quot;:{&quot;IsAbs&quot;:true},&quot;DecorateInfoH&quot;:{&quot;IsAbs&quot;:true},&quot;whChangeMode&quot;:0}"/>
  <p:tag name="KSO_WM_UNIT_DEC_AREA_ID" val="73fa9746dca74bddabbb662d28540912"/>
  <p:tag name="KSO_WM_CHIP_GROUPID" val="5ed7466bafe44fab1839bd3a"/>
  <p:tag name="KSO_WM_CHIP_XID" val="5ed203c57ab0972fba70b229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68"/>
  <p:tag name="KSO_WM_TEMPLATE_ASSEMBLE_XID" val="60656ea64054ed1e2fb7fd14"/>
  <p:tag name="KSO_WM_TEMPLATE_ASSEMBLE_GROUPID" val="60656ea64054ed1e2fb7fd14"/>
</p:tagLst>
</file>

<file path=ppt/tags/tag19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1077_1*a*1"/>
  <p:tag name="KSO_WM_TEMPLATE_CATEGORY" val="diagram"/>
  <p:tag name="KSO_WM_TEMPLATE_INDEX" val="20211077"/>
  <p:tag name="KSO_WM_UNIT_LAYERLEVEL" val="1"/>
  <p:tag name="KSO_WM_TAG_VERSION" val="1.0"/>
  <p:tag name="KSO_WM_BEAUTIFY_FLAG" val="#wm#"/>
  <p:tag name="KSO_WM_UNIT_PRESET_TEXT" val="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9d12f39fa99470aa455049daefa02d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e64aad0184c1412ea434e3a546cdb3eb"/>
  <p:tag name="KSO_WM_UNIT_TEXT_FILL_FORE_SCHEMECOLOR_INDEX_BRIGHTNESS" val="0"/>
  <p:tag name="KSO_WM_UNIT_TEXT_FILL_FORE_SCHEMECOLOR_INDEX" val="13"/>
  <p:tag name="KSO_WM_UNIT_TEXT_FILL_TYPE" val="1"/>
  <p:tag name="KSO_WM_TEMPLATE_ASSEMBLE_XID" val="60656ea64054ed1e2fb7fd14"/>
  <p:tag name="KSO_WM_TEMPLATE_ASSEMBLE_GROUPID" val="60656ea64054ed1e2fb7fd14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SLIDE_ID" val="diagram2021107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1077"/>
  <p:tag name="KSO_WM_SLIDE_LAYOUT" val="a_d"/>
  <p:tag name="KSO_WM_SLIDE_LAYOUT_CNT" val="1_2"/>
  <p:tag name="KSO_WM_UNIT_SHOW_EDIT_AREA_INDICATION" val="1"/>
  <p:tag name="KSO_WM_TEMPLATE_THUMBS_INDEX" val="1、4、7、12、13、14、15、16、17、18、20、24、25、28、33、36、40、43、44"/>
  <p:tag name="KSO_WM_SLIDE_LAYOUT_INFO" val="{&quot;backgroundInfo&quot;:[{&quot;bottom&quot;:0,&quot;bottomAbs&quot;:false,&quot;left&quot;:0,&quot;leftAbs&quot;:false,&quot;right&quot;:0.5,&quot;rightAbs&quot;:false,&quot;top&quot;:0,&quot;topAbs&quot;:false,&quot;type&quot;:&quot;leftRight&quot;},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10:54&quot;,&quot;maxSize&quot;:{&quot;size1&quot;:33.79961447465466},&quot;minSize&quot;:{&quot;size1&quot;:33.79961447465466},&quot;normalSize&quot;:{&quot;size1&quot;:33.79961447465466},&quot;subLayout&quot;:[{&quot;id&quot;:&quot;2021-04-01T15:10:54&quot;,&quot;margin&quot;:{&quot;bottom&quot;:2.9629998207092285,&quot;left&quot;:1.6929999589920044,&quot;right&quot;:0,&quot;top&quot;:2.9629998207092285},&quot;type&quot;:0},{&quot;direction&quot;:1,&quot;id&quot;:&quot;2021-04-01T15:10:54&quot;,&quot;maxSize&quot;:{&quot;size1&quot;:41.59941763882147},&quot;minSize&quot;:{&quot;size1&quot;:41.59941763882147},&quot;normalSize&quot;:{&quot;size1&quot;:41.59941763882147},&quot;subLayout&quot;:[{&quot;id&quot;:&quot;2021-04-01T15:10:54&quot;,&quot;margin&quot;:{&quot;bottom&quot;:7.197000503540039,&quot;left&quot;:1.6929999589920044,&quot;right&quot;:0,&quot;top&quot;:6.349999904632568},&quot;type&quot;:0},{&quot;id&quot;:&quot;2021-04-01T15:10:54&quot;,&quot;margin&quot;:{&quot;bottom&quot;:2.9629998207092285,&quot;left&quot;:1.6929999589920044,&quot;right&quot;:1.6929999589920044,&quot;top&quot;:2.9629998207092285},&quot;type&quot;:0}],&quot;type&quot;:0}],&quot;type&quot;:0}"/>
  <p:tag name="KSO_WM_SLIDE_BACKGROUND" val="[&quot;leftRight&quot;,&quot;general&quot;]"/>
  <p:tag name="KSO_WM_SLIDE_RATIO" val="1.777778"/>
  <p:tag name="KSO_WM_CHIP_INFOS" val="{&quot;layout_type&quot;:&quot;leftright&quot;,&quot;layout_feature&quot;:2,&quot;tags&quot;:{&quot;style&quot;:[&quot;商务&quot;,&quot;简约&quot;,&quot;卡通&quot;,&quot;欧美风&quot;,&quot;黑板风&quot;,&quot;渐变风&quot;]},&quot;slide_type&quot;:[&quot;text&quot;],&quot;aspect_ratio&quot;:&quot;16:9&quot;,&quot;diagram&quot;:{&quot;type&quot;:[],&quot;direction&quot;:0,&quot;isSupportDecBetweenItems&quot;:false}}"/>
  <p:tag name="KSO_WM_CHIP_XID" val="5ed203c57ab0972fba70b229"/>
  <p:tag name="KSO_WM_CHIP_FILLPROP" val="[[{&quot;fill_id&quot;:&quot;91a4e7836c6d4155ad053c42651ba485&quot;,&quot;fill_align&quot;:&quot;cm&quot;,&quot;text_align&quot;:&quot;cm&quot;,&quot;text_direction&quot;:&quot;horizontal&quot;,&quot;chip_types&quot;:[&quot;header&quot;]},{&quot;fill_id&quot;:&quot;d8d47328ad0b4b23ad19654c6e197ee5&quot;,&quot;fill_align&quot;:&quot;cm&quot;,&quot;text_align&quot;:&quot;lm&quot;,&quot;text_direction&quot;:&quot;horizontal&quot;,&quot;chip_types&quot;:[&quot;text&quot;,&quot;picture&quot;]},{&quot;fill_id&quot;:&quot;d232afdae4364dcc930c0c19b5e28f45&quot;,&quot;fill_align&quot;:&quot;cm&quot;,&quot;text_align&quot;:&quot;lm&quot;,&quot;text_direction&quot;:&quot;horizontal&quot;,&quot;chip_types&quot;:[&quot;pictext&quot;,&quot;text&quot;,&quot;picture&quot;,&quot;chart&quot;,&quot;table&quot;,&quot;video&quot;],&quot;support_features&quot;:[&quot;collage&quot;,&quot;carousel&quot;]}]]"/>
  <p:tag name="KSO_WM_SLIDE_SIZE" val="912*540"/>
  <p:tag name="KSO_WM_SLIDE_POSITION" val="0*0"/>
  <p:tag name="KSO_WM_CHIP_GROUPID" val="5ed7466bafe44fab1839bd3a"/>
  <p:tag name="KSO_WM_SLIDE_BK_DARK_LIGHT" val="2"/>
  <p:tag name="KSO_WM_SLIDE_BACKGROUND_TYPE" val="leftRight"/>
  <p:tag name="KSO_WM_SLIDE_SUPPORT_FEATURE_TYPE" val="0"/>
  <p:tag name="KSO_WM_TEMPLATE_ASSEMBLE_XID" val="60656ea64054ed1e2fb7fd14"/>
  <p:tag name="KSO_WM_TEMPLATE_ASSEMBLE_GROUPID" val="60656ea64054ed1e2fb7fd14"/>
</p:tagLst>
</file>

<file path=ppt/tags/tag2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4.xml><?xml version="1.0" encoding="utf-8"?>
<p:tagLst xmlns:p="http://schemas.openxmlformats.org/presentationml/2006/main">
  <p:tag name="COMMONDATA" val="eyJoZGlkIjoiZWQzM2Q4YzAwOTQ1NWI2NjBhN2YwYjA2YTZhMzFiZWE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5F5F8"/>
      </a:dk2>
      <a:lt2>
        <a:srgbClr val="FFFFFF"/>
      </a:lt2>
      <a:accent1>
        <a:srgbClr val="577CCE"/>
      </a:accent1>
      <a:accent2>
        <a:srgbClr val="5999AF"/>
      </a:accent2>
      <a:accent3>
        <a:srgbClr val="5BA080"/>
      </a:accent3>
      <a:accent4>
        <a:srgbClr val="8BAA69"/>
      </a:accent4>
      <a:accent5>
        <a:srgbClr val="D6B250"/>
      </a:accent5>
      <a:accent6>
        <a:srgbClr val="E79647"/>
      </a:accent6>
      <a:hlink>
        <a:srgbClr val="0000FF"/>
      </a:hlink>
      <a:folHlink>
        <a:srgbClr val="FF00F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WPS 演示</Application>
  <PresentationFormat>宽屏</PresentationFormat>
  <Paragraphs>2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神风无哉</cp:lastModifiedBy>
  <cp:revision>156</cp:revision>
  <dcterms:created xsi:type="dcterms:W3CDTF">2019-06-19T02:08:00Z</dcterms:created>
  <dcterms:modified xsi:type="dcterms:W3CDTF">2023-03-23T08:03:48Z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2052-11.1.0.14018</vt:lpwstr>
  </property>
  <property fmtid="{D5CDD505-2E9C-101B-9397-08002B2CF9AE}" pid="3" name="ICV">
    <vt:lpwstr>141E4476A7D34B39BC21FEE52CE85A01_11</vt:lpwstr>
  </property>
</Properties>
</file>